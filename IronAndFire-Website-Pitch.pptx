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IRON &amp; FIRE FITNESS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200" kern="0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NEEDS ITS OWN WEBSITE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97280" cy="54864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smarter, cheaper, and more powerful alternative to booking platforms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C0300E"/>
          </a:solidFill>
          <a:ln w="12700">
            <a:solidFill>
              <a:srgbClr val="C030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Portsmouth, RI  •  ironandfire.netlify.app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Paying for Someone Else's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017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783080"/>
            <a:ext cx="640080" cy="640080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$129+/month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Booksy charges a minimum of $129/month — that's $1,548+ per year just to list your classes on their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3017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783080"/>
            <a:ext cx="640080" cy="640080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ownership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clients, your bookings, your data — but it's all locked inside Booksy's system. You don't own any of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30175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783080"/>
            <a:ext cx="640080" cy="640080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brand, not yours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see Booksy's interface, not Iron &amp; Fire's. You're building loyalty for a third-party app.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Paying $1,548 a Year to Booksy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474720" cy="3200400"/>
          </a:xfrm>
          <a:prstGeom prst="rect">
            <a:avLst/>
          </a:prstGeom>
          <a:solidFill>
            <a:srgbClr val="2A1010"/>
          </a:solidFill>
          <a:ln w="12700">
            <a:solidFill>
              <a:srgbClr val="C030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BOOKSY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solidFill>
            <a:srgbClr val="C0300E"/>
          </a:solidFill>
          <a:ln w="12700">
            <a:solidFill>
              <a:srgbClr val="C030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BOOKSY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$129/month minimum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$1,548/year minimum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35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custom branding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SEO for your business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Platform can change pricing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You don't own your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1508760"/>
            <a:ext cx="3474720" cy="3200400"/>
          </a:xfrm>
          <a:prstGeom prst="rect">
            <a:avLst/>
          </a:prstGeom>
          <a:solidFill>
            <a:srgbClr val="0F1F0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508760"/>
            <a:ext cx="34747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WEBSITE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2148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~$9–15/month (Netlify + domain)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542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~$108–180/year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935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branded Iron &amp; Fire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SEO — you own the traffic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Fixed, transparent pricing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4114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data, your clients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could save $1,300–1,400 per year by switching to your own site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PAYMENTS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Members Book &amp; Pay — Money Goes Directly to You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2880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645920"/>
            <a:ext cx="640080" cy="640080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visits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560320"/>
            <a:ext cx="182880" cy="54864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508760"/>
            <a:ext cx="182880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645920"/>
            <a:ext cx="640080" cy="640080"/>
          </a:xfrm>
          <a:prstGeom prst="ellipse">
            <a:avLst/>
          </a:prstGeom>
          <a:solidFill>
            <a:srgbClr val="F0932B"/>
          </a:solidFill>
          <a:ln w="12700">
            <a:solidFill>
              <a:srgbClr val="F093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class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books online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560320"/>
            <a:ext cx="182880" cy="54864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508760"/>
            <a:ext cx="182880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16459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securely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Stripe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182880" cy="54864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508760"/>
            <a:ext cx="182880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deposited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bank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01168" cy="20116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8221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booking fees — Stripe charges only ~2.9% + 30¢ per transaction (standard for all card payments)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201168" cy="20116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965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receipts sent to members via Stripe — no extra tools needed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201168" cy="20116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70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 availability — spots update in real time; full classes show as sold out automatically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201168" cy="20116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645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stored in your dashboard — see exactly who booked what and when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VISIBILITY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Found on Google — Own Your Traffic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"CrossFit gym Portsmouth RI"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46634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ironandfire.com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&amp; Fire Fitness — CrossFit, Boxing &amp; Strength · Portsmouth, 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classes online. CrossFit · Boxing · Olympic Lifting · Strength. Real results in Portsmouth, RI.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283464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ranking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when locals search for gyms, CrossFit, or boxing in Portsmouth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331720"/>
            <a:ext cx="283464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website to your Google Business Profile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200400"/>
            <a:ext cx="283464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Booksy has zero SEO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Booksy builds Booksy's ranking, not yours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4069080"/>
            <a:ext cx="283464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you 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4389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about, pricing — all indexed by Google under your domain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in One Place — No More Juggling Apps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Class Schedule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weekly schedule with day, time, type, and spots remaining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pay and book instantly — 24/7 without calling you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🏋️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pages for CrossFit, Boxing, Olympic Lifting &amp; Strength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or remove classes in minutes — no developer needed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86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Inquiry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form, location map, social links — all in one place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265176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rates, class packs, membership options clearly displayed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in Control — No Tech Skills Required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Liz Can Do From the Admin Panel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class in under 2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deactivate a cancelled class instantly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class capacity — site automatically shows "Full" when booked 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38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pricing for any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bookings: who booked, when, and how much was paid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07408"/>
            <a:ext cx="201168" cy="201168"/>
          </a:xfrm>
          <a:prstGeom prst="ellipse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— only you have access to the admin panel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32004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5361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min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4944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new class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2651760"/>
            <a:ext cx="32004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7249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949440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involvement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3840480"/>
            <a:ext cx="32004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9136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949440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skills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CREDIBILITY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Professional Website Builds Real Trust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74980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361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impressions happen online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people search online before visiting a local business. A polished website is often the first thing a potential member sees.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109728" cy="74980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out from other gyms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website with your logo, colors, and story sets Iron &amp; Fire apart from generic gym listings and competitors using shared platforms.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109728" cy="74980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73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domain, your identity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ironandfirefitness.com (or similar) looks far more professional than "booksy.com/book/iron-fire". It signals permanence and seriousness.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109728" cy="74980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42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works harder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Instagram post, flyer, and word-of-mouth referral can point to your own website — building your brand instead of a platform's.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Costs vs. What You Get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475488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ONE-TIME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custom website (all pages)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booking &amp; payment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072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 for Liz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Supabase database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Stripe payment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 + Netlify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06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Mobile-responsive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384048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463040"/>
            <a:ext cx="3840480" cy="4754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63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RUNNING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~$9–15/month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(Netlify hosting + custom domain)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3840480" cy="1554480"/>
          </a:xfrm>
          <a:prstGeom prst="rect">
            <a:avLst/>
          </a:prstGeom>
          <a:solidFill>
            <a:srgbClr val="0A1F0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vs. Booksy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$1,300–1,400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year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C0300E"/>
          </a:solidFill>
          <a:ln w="12700">
            <a:solidFill>
              <a:srgbClr val="C03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 IT OFFICIAL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&amp; Fire Fitness — Built for Liz, Built for Portsmouth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6032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256032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domain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ironandfirefitness.com (or your preferred domain) to the live 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56032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148840"/>
            <a:ext cx="256032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Stripe Live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test payments to real payments — takes about 5 minutes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56032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148840"/>
            <a:ext cx="2560320" cy="73152"/>
          </a:xfrm>
          <a:prstGeom prst="rect">
            <a:avLst/>
          </a:prstGeom>
          <a:solidFill>
            <a:srgbClr val="E84118"/>
          </a:solidFill>
          <a:ln w="12700">
            <a:solidFill>
              <a:srgbClr val="E841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41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 on Instagram, update your Google Business profile, go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ironandfire.netlify.app  •  Portsmouth, RI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Iron &amp; Fire Fitness Needs Its Own Website</dc:title>
  <dc:subject>PptxGenJS Presentation</dc:subject>
  <dc:creator>PptxGenJS</dc:creator>
  <cp:lastModifiedBy>PptxGenJS</cp:lastModifiedBy>
  <cp:revision>1</cp:revision>
  <dcterms:created xsi:type="dcterms:W3CDTF">2026-05-03T20:08:57Z</dcterms:created>
  <dcterms:modified xsi:type="dcterms:W3CDTF">2026-05-03T20:08:57Z</dcterms:modified>
</cp:coreProperties>
</file>